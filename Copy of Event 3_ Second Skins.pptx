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64fd0ef71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64fd0ef7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e6520c8321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" name="Google Shape;56;g3e6520c8321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6520c8321_1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6520c8321_1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6520c8321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6520c8321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e6520c8321_1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e6520c8321_1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e6520c8321_1_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e6520c8321_1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6520c8321_1_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6520c8321_1_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e6520c8321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e6520c8321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e6520c8321_1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e6520c8321_1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6520c8321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6520c8321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e6520c8321_1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e6520c8321_1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6520c8321_1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6520c8321_1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e6520c8321_1_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e6520c8321_1_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e6520c8321_1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e6520c8321_1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e6520c8321_1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e6520c8321_1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6520c8321_1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6520c8321_1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6520c8321_1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6520c8321_1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6520c8321_1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6520c8321_1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6520c8321_1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6520c8321_1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6520c8321_1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6520c8321_1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e6520c8321_1_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e6520c8321_1_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3e6520c8321_1_8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3e6520c8321_1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3e6520c8321_1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3e6520c8321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6520c8321_1_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6520c8321_1_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e6520c8321_1_1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e6520c8321_1_1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e6520c8321_1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e6520c8321_1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5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6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6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5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0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1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